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3"/>
    <p:sldId id="258" r:id="rId4"/>
    <p:sldId id="260" r:id="rId6"/>
    <p:sldId id="261" r:id="rId7"/>
    <p:sldId id="262" r:id="rId8"/>
    <p:sldId id="263" r:id="rId9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5039A6-F36D-40EC-9C40-978F7891C0D3}" v="2" dt="2026-07-23T09:22:50.497"/>
    <p1510:client id="{99BAD0F8-86B1-4B0E-B507-B635FB6532E1}" v="1" dt="2026-07-24T04:49:31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96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10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ter Institutional Inclusive  Innovations Center" userId="8f0f2a58-4f3c-47a5-9304-113b24e1e584" providerId="ADAL" clId="{7C429524-839A-4DDC-9EAA-B9B6CA7C8F65}"/>
    <pc:docChg chg="undo custSel modSld addMainMaster delMainMaster modMainMaster">
      <pc:chgData name="Inter Institutional Inclusive  Innovations Center" userId="8f0f2a58-4f3c-47a5-9304-113b24e1e584" providerId="ADAL" clId="{7C429524-839A-4DDC-9EAA-B9B6CA7C8F65}" dt="2026-07-24T04:52:03.139" v="215" actId="20577"/>
      <pc:docMkLst>
        <pc:docMk/>
      </pc:docMkLst>
      <pc:sldChg chg="addSp delSp modSp mod">
        <pc:chgData name="Inter Institutional Inclusive  Innovations Center" userId="8f0f2a58-4f3c-47a5-9304-113b24e1e584" providerId="ADAL" clId="{7C429524-839A-4DDC-9EAA-B9B6CA7C8F65}" dt="2026-07-24T04:52:03.139" v="215" actId="20577"/>
        <pc:sldMkLst>
          <pc:docMk/>
          <pc:sldMk cId="0" sldId="256"/>
        </pc:sldMkLst>
        <pc:spChg chg="mod">
          <ac:chgData name="Inter Institutional Inclusive  Innovations Center" userId="8f0f2a58-4f3c-47a5-9304-113b24e1e584" providerId="ADAL" clId="{7C429524-839A-4DDC-9EAA-B9B6CA7C8F65}" dt="2026-07-24T04:52:03.139" v="215" actId="20577"/>
          <ac:spMkLst>
            <pc:docMk/>
            <pc:sldMk cId="0" sldId="256"/>
            <ac:spMk id="12" creationId="{00000000-0000-0000-0000-000000000000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19.958" v="117" actId="478"/>
          <ac:picMkLst>
            <pc:docMk/>
            <pc:sldMk cId="0" sldId="256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49:50.859" v="169" actId="1076"/>
          <ac:picMkLst>
            <pc:docMk/>
            <pc:sldMk cId="0" sldId="256"/>
            <ac:picMk id="5" creationId="{8BB4234F-3583-BFF9-C279-17614D0CF451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4T04:49:34.965" v="164" actId="478"/>
          <ac:picMkLst>
            <pc:docMk/>
            <pc:sldMk cId="0" sldId="256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8:56.841" v="162" actId="478"/>
          <ac:picMkLst>
            <pc:docMk/>
            <pc:sldMk cId="0" sldId="256"/>
            <ac:picMk id="21" creationId="{39800F03-85D7-C539-AC1F-E617F255427D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18.033" v="116" actId="478"/>
          <ac:picMkLst>
            <pc:docMk/>
            <pc:sldMk cId="0" sldId="256"/>
            <ac:picMk id="24" creationId="{49E19F6C-7A17-044F-4D35-5AE5900A884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03.416" v="173" actId="1076"/>
        <pc:sldMkLst>
          <pc:docMk/>
          <pc:sldMk cId="0" sldId="257"/>
        </pc:sldMkLst>
        <pc:spChg chg="del">
          <ac:chgData name="Inter Institutional Inclusive  Innovations Center" userId="8f0f2a58-4f3c-47a5-9304-113b24e1e584" providerId="ADAL" clId="{7C429524-839A-4DDC-9EAA-B9B6CA7C8F65}" dt="2026-07-23T09:23:50.752" v="142" actId="478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3:55" v="144" actId="1076"/>
          <ac:spMkLst>
            <pc:docMk/>
            <pc:sldMk cId="0" sldId="257"/>
            <ac:spMk id="70" creationId="{780937B3-EB04-4CBA-C636-AF115BC1E358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34.301" v="122" actId="478"/>
          <ac:picMkLst>
            <pc:docMk/>
            <pc:sldMk cId="0" sldId="257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03.416" v="173" actId="1076"/>
          <ac:picMkLst>
            <pc:docMk/>
            <pc:sldMk cId="0" sldId="257"/>
            <ac:picMk id="5" creationId="{5F67FE6B-8CE4-2744-DE3C-E456350E62E4}"/>
          </ac:picMkLst>
        </pc:picChg>
        <pc:picChg chg="add del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" creationId="{00000000-0000-0000-0000-000000000000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36.011" v="123" actId="478"/>
          <ac:picMkLst>
            <pc:docMk/>
            <pc:sldMk cId="0" sldId="257"/>
            <ac:picMk id="67" creationId="{C1D8EFAA-60C4-F885-3CF5-29E5275B845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8" creationId="{923CF78D-2057-EB74-919F-879D8B37DC53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9.267" v="171" actId="478"/>
          <ac:picMkLst>
            <pc:docMk/>
            <pc:sldMk cId="0" sldId="257"/>
            <ac:picMk id="72" creationId="{E669829C-7B29-A7D1-ED99-C5F19C5072C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7.485" v="170" actId="478"/>
          <ac:picMkLst>
            <pc:docMk/>
            <pc:sldMk cId="0" sldId="257"/>
            <ac:picMk id="74" creationId="{BEAA2AA5-66C7-EAD6-3C1C-DA0576C000F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0.912" v="177" actId="1076"/>
        <pc:sldMkLst>
          <pc:docMk/>
          <pc:sldMk cId="0" sldId="258"/>
        </pc:sldMkLst>
        <pc:spChg chg="del">
          <ac:chgData name="Inter Institutional Inclusive  Innovations Center" userId="8f0f2a58-4f3c-47a5-9304-113b24e1e584" providerId="ADAL" clId="{7C429524-839A-4DDC-9EAA-B9B6CA7C8F65}" dt="2026-07-23T09:24:02.229" v="145" actId="478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4:05.052" v="147" actId="1076"/>
          <ac:spMkLst>
            <pc:docMk/>
            <pc:sldMk cId="0" sldId="258"/>
            <ac:spMk id="22" creationId="{8B3789FB-4EC6-29BB-8AB4-B514BCE88A9C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10.912" v="177" actId="1076"/>
          <ac:picMkLst>
            <pc:docMk/>
            <pc:sldMk cId="0" sldId="258"/>
            <ac:picMk id="5" creationId="{AFA5626A-1768-0BB6-2B3B-C29607998D96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8.485" v="175" actId="478"/>
          <ac:picMkLst>
            <pc:docMk/>
            <pc:sldMk cId="0" sldId="258"/>
            <ac:picMk id="24" creationId="{AE24B99B-8E01-F8B4-8ED1-D996CB7F0C9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6.767" v="174" actId="478"/>
          <ac:picMkLst>
            <pc:docMk/>
            <pc:sldMk cId="0" sldId="258"/>
            <ac:picMk id="26" creationId="{D2A8A9BE-1E15-DD99-FB54-E04C51A447DD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8.005" v="181" actId="1076"/>
        <pc:sldMkLst>
          <pc:docMk/>
          <pc:sldMk cId="0" sldId="259"/>
        </pc:sldMkLst>
        <pc:spChg chg="add mod">
          <ac:chgData name="Inter Institutional Inclusive  Innovations Center" userId="8f0f2a58-4f3c-47a5-9304-113b24e1e584" providerId="ADAL" clId="{7C429524-839A-4DDC-9EAA-B9B6CA7C8F65}" dt="2026-07-23T09:24:11.057" v="149" actId="1076"/>
          <ac:spMkLst>
            <pc:docMk/>
            <pc:sldMk cId="0" sldId="259"/>
            <ac:spMk id="25" creationId="{82B7216B-04F1-E2CC-935F-9AA2CE5B9E4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18.005" v="181" actId="1076"/>
          <ac:picMkLst>
            <pc:docMk/>
            <pc:sldMk cId="0" sldId="259"/>
            <ac:picMk id="26" creationId="{7743FE56-9400-E309-F93C-96E3C8B4AF8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5.027" v="179" actId="478"/>
          <ac:picMkLst>
            <pc:docMk/>
            <pc:sldMk cId="0" sldId="259"/>
            <ac:picMk id="27" creationId="{B357A1E6-99F0-E990-223D-B058F179008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3.204" v="178" actId="478"/>
          <ac:picMkLst>
            <pc:docMk/>
            <pc:sldMk cId="0" sldId="259"/>
            <ac:picMk id="29" creationId="{9072229F-1CE5-750A-DBFD-9C4A88BAFE15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28.242" v="186" actId="1076"/>
        <pc:sldMkLst>
          <pc:docMk/>
          <pc:sldMk cId="0" sldId="260"/>
        </pc:sldMkLst>
        <pc:spChg chg="add mod">
          <ac:chgData name="Inter Institutional Inclusive  Innovations Center" userId="8f0f2a58-4f3c-47a5-9304-113b24e1e584" providerId="ADAL" clId="{7C429524-839A-4DDC-9EAA-B9B6CA7C8F65}" dt="2026-07-23T09:24:18.395" v="151" actId="1076"/>
          <ac:spMkLst>
            <pc:docMk/>
            <pc:sldMk cId="0" sldId="260"/>
            <ac:spMk id="22" creationId="{50164B49-38DE-6195-0A8B-DC6EC6DA245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28.242" v="186" actId="1076"/>
          <ac:picMkLst>
            <pc:docMk/>
            <pc:sldMk cId="0" sldId="260"/>
            <ac:picMk id="23" creationId="{18A68BD0-3127-AC0B-80B4-CA2643B37A2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3.735" v="183" actId="478"/>
          <ac:picMkLst>
            <pc:docMk/>
            <pc:sldMk cId="0" sldId="260"/>
            <ac:picMk id="24" creationId="{3A18E54B-D9A5-D8F4-1F47-CC79C92D1FC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1.102" v="182" actId="478"/>
          <ac:picMkLst>
            <pc:docMk/>
            <pc:sldMk cId="0" sldId="260"/>
            <ac:picMk id="26" creationId="{EFBAF213-417A-8EA4-B3CD-8E1992EDDC8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35.583" v="190" actId="1076"/>
        <pc:sldMkLst>
          <pc:docMk/>
          <pc:sldMk cId="0" sldId="261"/>
        </pc:sldMkLst>
        <pc:spChg chg="add mod">
          <ac:chgData name="Inter Institutional Inclusive  Innovations Center" userId="8f0f2a58-4f3c-47a5-9304-113b24e1e584" providerId="ADAL" clId="{7C429524-839A-4DDC-9EAA-B9B6CA7C8F65}" dt="2026-07-23T09:24:23.028" v="153" actId="1076"/>
          <ac:spMkLst>
            <pc:docMk/>
            <pc:sldMk cId="0" sldId="261"/>
            <ac:spMk id="25" creationId="{BB3A3471-21A6-8A80-8399-32E98C63F186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35.583" v="190" actId="1076"/>
          <ac:picMkLst>
            <pc:docMk/>
            <pc:sldMk cId="0" sldId="261"/>
            <ac:picMk id="26" creationId="{1ADA517E-8996-A444-E540-A2F9B8F98D2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2.232" v="188" actId="478"/>
          <ac:picMkLst>
            <pc:docMk/>
            <pc:sldMk cId="0" sldId="261"/>
            <ac:picMk id="27" creationId="{D9C2C2E0-4D39-89DE-E3C8-3CF1DCD3752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0.421" v="187" actId="478"/>
          <ac:picMkLst>
            <pc:docMk/>
            <pc:sldMk cId="0" sldId="261"/>
            <ac:picMk id="29" creationId="{3BBCC248-868C-340C-0FAD-CA376B1FC8FE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42.239" v="194" actId="1076"/>
        <pc:sldMkLst>
          <pc:docMk/>
          <pc:sldMk cId="0" sldId="262"/>
        </pc:sldMkLst>
        <pc:spChg chg="add mod">
          <ac:chgData name="Inter Institutional Inclusive  Innovations Center" userId="8f0f2a58-4f3c-47a5-9304-113b24e1e584" providerId="ADAL" clId="{7C429524-839A-4DDC-9EAA-B9B6CA7C8F65}" dt="2026-07-23T09:24:26.189" v="155" actId="1076"/>
          <ac:spMkLst>
            <pc:docMk/>
            <pc:sldMk cId="0" sldId="262"/>
            <ac:spMk id="27" creationId="{850BA2BE-D607-619F-6960-A71277019D3B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42.239" v="194" actId="1076"/>
          <ac:picMkLst>
            <pc:docMk/>
            <pc:sldMk cId="0" sldId="262"/>
            <ac:picMk id="28" creationId="{C5D3E59C-FE74-F0BE-9B10-98C8003398B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9.769" v="192" actId="478"/>
          <ac:picMkLst>
            <pc:docMk/>
            <pc:sldMk cId="0" sldId="262"/>
            <ac:picMk id="29" creationId="{D1CD71D8-80DC-E089-7F84-F870CA82999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7.857" v="191" actId="478"/>
          <ac:picMkLst>
            <pc:docMk/>
            <pc:sldMk cId="0" sldId="262"/>
            <ac:picMk id="31" creationId="{32772FAA-6737-736E-57F5-863D0C30C83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13.043" v="199" actId="1076"/>
        <pc:sldMkLst>
          <pc:docMk/>
          <pc:sldMk cId="0" sldId="263"/>
        </pc:sldMkLst>
        <pc:spChg chg="add mod">
          <ac:chgData name="Inter Institutional Inclusive  Innovations Center" userId="8f0f2a58-4f3c-47a5-9304-113b24e1e584" providerId="ADAL" clId="{7C429524-839A-4DDC-9EAA-B9B6CA7C8F65}" dt="2026-07-23T09:24:31.594" v="157" actId="1076"/>
          <ac:spMkLst>
            <pc:docMk/>
            <pc:sldMk cId="0" sldId="263"/>
            <ac:spMk id="31" creationId="{10B6379C-1BCE-6784-4600-934501FC5F9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13.043" v="199" actId="1076"/>
          <ac:picMkLst>
            <pc:docMk/>
            <pc:sldMk cId="0" sldId="263"/>
            <ac:picMk id="32" creationId="{0D18A824-BCDE-0A33-4245-E3C168F9E6DD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6.281" v="196" actId="478"/>
          <ac:picMkLst>
            <pc:docMk/>
            <pc:sldMk cId="0" sldId="263"/>
            <ac:picMk id="33" creationId="{ADD1E958-165B-D6F5-A64F-04FCD64E2147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4.546" v="195" actId="478"/>
          <ac:picMkLst>
            <pc:docMk/>
            <pc:sldMk cId="0" sldId="263"/>
            <ac:picMk id="35" creationId="{6BADDDF0-0612-EB5D-5A8F-EFB7179CFC4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8.815" v="207" actId="1076"/>
        <pc:sldMkLst>
          <pc:docMk/>
          <pc:sldMk cId="0" sldId="267"/>
        </pc:sldMkLst>
        <pc:spChg chg="add mod">
          <ac:chgData name="Inter Institutional Inclusive  Innovations Center" userId="8f0f2a58-4f3c-47a5-9304-113b24e1e584" providerId="ADAL" clId="{7C429524-839A-4DDC-9EAA-B9B6CA7C8F65}" dt="2026-07-23T09:24:40.860" v="161" actId="1076"/>
          <ac:spMkLst>
            <pc:docMk/>
            <pc:sldMk cId="0" sldId="267"/>
            <ac:spMk id="32" creationId="{3E27E131-AC1D-E75C-0267-02565ACC1BC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8.815" v="207" actId="1076"/>
          <ac:picMkLst>
            <pc:docMk/>
            <pc:sldMk cId="0" sldId="267"/>
            <ac:picMk id="33" creationId="{1D876DBE-D402-1B41-B952-69F6F5BF98C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6.339" v="205" actId="478"/>
          <ac:picMkLst>
            <pc:docMk/>
            <pc:sldMk cId="0" sldId="267"/>
            <ac:picMk id="34" creationId="{3207B916-D916-65B2-E15B-7B8E518A4CF1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4.437" v="204" actId="478"/>
          <ac:picMkLst>
            <pc:docMk/>
            <pc:sldMk cId="0" sldId="267"/>
            <ac:picMk id="36" creationId="{73F6D37F-F5F4-6581-D4C3-0D6D2153AEF3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2.013" v="203" actId="1076"/>
        <pc:sldMkLst>
          <pc:docMk/>
          <pc:sldMk cId="0" sldId="268"/>
        </pc:sldMkLst>
        <pc:spChg chg="add mod">
          <ac:chgData name="Inter Institutional Inclusive  Innovations Center" userId="8f0f2a58-4f3c-47a5-9304-113b24e1e584" providerId="ADAL" clId="{7C429524-839A-4DDC-9EAA-B9B6CA7C8F65}" dt="2026-07-23T09:24:36.582" v="159" actId="1076"/>
          <ac:spMkLst>
            <pc:docMk/>
            <pc:sldMk cId="0" sldId="268"/>
            <ac:spMk id="30" creationId="{89A93441-4E5C-0FCA-6BDD-16AB2E1B711C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2.013" v="203" actId="1076"/>
          <ac:picMkLst>
            <pc:docMk/>
            <pc:sldMk cId="0" sldId="268"/>
            <ac:picMk id="31" creationId="{73E0C32B-9271-FA34-86BB-7D95EB5AB34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9.304" v="201" actId="478"/>
          <ac:picMkLst>
            <pc:docMk/>
            <pc:sldMk cId="0" sldId="268"/>
            <ac:picMk id="32" creationId="{10A4E146-7FDB-FFE9-9526-3614562D8544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7.385" v="200" actId="478"/>
          <ac:picMkLst>
            <pc:docMk/>
            <pc:sldMk cId="0" sldId="268"/>
            <ac:picMk id="34" creationId="{616214A5-37D4-FB21-7202-26AFB342A299}"/>
          </ac:picMkLst>
        </pc:picChg>
      </pc:sldChg>
      <pc:sldMasterChg chg="modSldLayout">
        <pc:chgData name="Inter Institutional Inclusive  Innovations Center" userId="8f0f2a58-4f3c-47a5-9304-113b24e1e584" providerId="ADAL" clId="{7C429524-839A-4DDC-9EAA-B9B6CA7C8F65}" dt="2026-07-23T09:22:53.132" v="135" actId="1076"/>
        <pc:sldMasterMkLst>
          <pc:docMk/>
          <pc:sldMasterMk cId="0" sldId="2147483648"/>
        </pc:sldMasterMkLst>
        <pc:sldLayoutChg chg="addSp delSp modSp mod">
          <pc:chgData name="Inter Institutional Inclusive  Innovations Center" userId="8f0f2a58-4f3c-47a5-9304-113b24e1e584" providerId="ADAL" clId="{7C429524-839A-4DDC-9EAA-B9B6CA7C8F65}" dt="2026-07-23T09:22:53.132" v="135" actId="1076"/>
          <pc:sldLayoutMkLst>
            <pc:docMk/>
            <pc:sldMasterMk cId="0" sldId="2147483648"/>
            <pc:sldLayoutMk cId="0" sldId="2147483649"/>
          </pc:sldLayoutMkLst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3" creationId="{670500D5-0C61-D368-3EA8-B0D70E76267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7" creationId="{8554604A-67D5-8651-A136-D9C527FB2A3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9" creationId="{29E90E54-6D65-ECF5-20F4-778E2350593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1" creationId="{070086D7-78C3-0DC3-34DD-D68141DA954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3" creationId="{A2E77B92-8008-BEFB-D609-FA2E3D4355C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5" creationId="{BDA6C487-A013-0BDD-3256-B049C59B30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7" creationId="{86CA69B4-C6E5-E2E4-A86B-E8053E9874F3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3" creationId="{4C7FD9C6-DB86-B335-81D3-D5591274E04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5" creationId="{9C2348A3-50E7-9624-EAF4-9ACFD3ABE5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7" creationId="{F81BDED9-60D5-649E-4AB6-5A7B541D9AA0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31" creationId="{2BD26DD0-A441-CDA1-C7C4-500C0B482AE4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47" creationId="{A5833BA1-7E68-EA56-E2F4-8F8311ABF75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49" creationId="{B9BD3167-D5BD-8B40-4555-84C7BD065A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57" creationId="{5061D844-37EB-548D-B973-C8018E42C215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65" creationId="{FDE11816-BE8D-2EA8-403C-EDD897CC888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7" creationId="{3779CD17-0018-CC60-6D0F-0933639C8E8F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9" creationId="{C8A72EB2-0C41-D852-59DA-E4EA48C4DC76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83" creationId="{6C9218A1-D90A-BA12-EF63-1B92669F6E38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85" creationId="{449C0B3C-3475-D922-9A12-C029E001B10F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3" creationId="{08A80940-BD2D-E549-ED9D-34BC817068A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5" creationId="{FECC3D97-6F4A-BC31-16FB-164D35CAFD27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9" creationId="{C6F62233-28CA-F7F7-27B0-76ED806DEE15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13" creationId="{3329D229-D178-066B-8117-18D8EC7F337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127" creationId="{F0D528F7-9BB6-65AC-0918-282E384814E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1" creationId="{EB893E23-FB1A-0D77-F65C-392B3A91CBBC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3" creationId="{A26E93F0-C6F6-73C1-E4FF-8B898B8250A6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53" creationId="{07D1DC4B-8695-07D8-8056-6A8BA7F332F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87" creationId="{FCA5CCE8-8E73-82EE-CB6B-ADB25409BFB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1" creationId="{500422FC-A5C6-6331-8965-69B3A3D859E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3" creationId="{85DE142B-F8AA-47A6-E761-6329FF37BFB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03" creationId="{5871EDFA-DBCB-D39E-C0AB-2C0B81A5382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13" creationId="{CBE53BBA-B6A7-D74B-87C7-2C5D8EEAA454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31" creationId="{E6A3F812-3BF4-9336-E57D-860E6A54F3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45" creationId="{68E228AD-385E-7895-2F11-2E8E1A4C209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53" creationId="{B226F5B6-1373-9263-48EC-924CF9FC868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69" creationId="{8C9230A6-A4D4-2C36-7EB2-ADA9A45F2699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79" creationId="{4F0EF51C-A9EC-FDE9-5978-4FD26B7D03A8}"/>
            </ac:spMkLst>
          </pc:spChg>
          <pc:picChg chg="mod">
            <ac:chgData name="Inter Institutional Inclusive  Innovations Center" userId="8f0f2a58-4f3c-47a5-9304-113b24e1e584" providerId="ADAL" clId="{7C429524-839A-4DDC-9EAA-B9B6CA7C8F65}" dt="2026-07-23T09:22:39.795" v="132" actId="1076"/>
            <ac:picMkLst>
              <pc:docMk/>
              <pc:sldMasterMk cId="0" sldId="2147483648"/>
              <pc:sldLayoutMk cId="0" sldId="2147483649"/>
              <ac:picMk id="33" creationId="{9C02DD19-DD7E-1634-0056-B0B673F6409D}"/>
            </ac:picMkLst>
          </pc:picChg>
          <pc:picChg chg="add mod">
            <ac:chgData name="Inter Institutional Inclusive  Innovations Center" userId="8f0f2a58-4f3c-47a5-9304-113b24e1e584" providerId="ADAL" clId="{7C429524-839A-4DDC-9EAA-B9B6CA7C8F65}" dt="2026-07-23T09:22:53.132" v="135" actId="1076"/>
            <ac:picMkLst>
              <pc:docMk/>
              <pc:sldMasterMk cId="0" sldId="2147483648"/>
              <pc:sldLayoutMk cId="0" sldId="2147483649"/>
              <ac:picMk id="282" creationId="{BD66A30C-A2DE-61B6-8B7B-4CF622680E59}"/>
            </ac:picMkLst>
          </pc:picChg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4.733" v="137" actId="6938"/>
        <pc:sldMasterMkLst>
          <pc:docMk/>
          <pc:sldMasterMk cId="1023542986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72539884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4814556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921258258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884839122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399709954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808508738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108363411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53536990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624862031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82232363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931480772" sldId="2147483661"/>
          </pc:sldLayoutMkLst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8.103" v="139" actId="6938"/>
        <pc:sldMasterMkLst>
          <pc:docMk/>
          <pc:sldMasterMk cId="1372952111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105982335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008508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77606852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208342861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96227509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80754746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973874357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68563839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165239747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58272975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622961263" sldId="2147483661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29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2BD26DD0-A441-CDA1-C7C4-500C0B482AE4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C02DD19-DD7E-1634-0056-B0B673F640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5" name="Shape 1">
            <a:extLst>
              <a:ext uri="{FF2B5EF4-FFF2-40B4-BE49-F238E27FC236}">
                <a16:creationId xmlns:a16="http://schemas.microsoft.com/office/drawing/2014/main" id="{2896CD82-D6A3-3A0B-5BEE-489BF15E90F1}"/>
              </a:ext>
            </a:extLst>
          </p:cNvPr>
          <p:cNvSpPr/>
          <p:nvPr userDrawn="1"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FE4B1F73-561B-DEF0-4566-CD6294947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BD66A30C-A2DE-61B6-8B7B-4CF622680E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356" y="381305"/>
            <a:ext cx="5745480" cy="4673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5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2.png"/><Relationship Id="rId10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12.png"/><Relationship Id="rId11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12.png"/><Relationship Id="rId11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1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rcRect l="12327" r="12327"/>
          <a:stretch/>
        </p:blipFill>
        <p:spPr>
          <a:xfrm>
            <a:off x="0" y="0"/>
            <a:ext cx="12191695" cy="72923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2"/>
          <p:cNvSpPr/>
          <p:nvPr/>
        </p:nvSpPr>
        <p:spPr>
          <a:xfrm>
            <a:off x="571500" y="2394815"/>
            <a:ext cx="11048695" cy="4362602"/>
          </a:xfrm>
          <a:prstGeom prst="roundRect">
            <a:avLst>
              <a:gd name="adj" fmla="val 7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AEFF8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61949" y="3439058"/>
            <a:ext cx="10267798" cy="9144"/>
          </a:xfrm>
          <a:prstGeom prst="rect">
            <a:avLst/>
          </a:prstGeom>
          <a:solidFill>
            <a:srgbClr val="4B55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961949" y="5721401"/>
            <a:ext cx="10267798" cy="875995"/>
          </a:xfrm>
          <a:prstGeom prst="rect">
            <a:avLst/>
          </a:prstGeom>
          <a:solidFill>
            <a:srgbClr val="273383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961949" y="5721401"/>
            <a:ext cx="38405" cy="875995"/>
          </a:xfrm>
          <a:prstGeom prst="rect">
            <a:avLst/>
          </a:prstGeom>
          <a:solidFill>
            <a:srgbClr val="AEFF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3902659" y="7321601"/>
            <a:ext cx="123444" cy="13350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71500" y="1429207"/>
            <a:ext cx="6229807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Hackathon 2026</a:t>
            </a:r>
            <a:endParaRPr lang="en-US" sz="36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2018995"/>
            <a:ext cx="409102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 Submission Template</a:t>
            </a:r>
            <a:endParaRPr lang="en-US" sz="2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1949" y="3047695"/>
            <a:ext cx="228600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304849" y="3010205"/>
            <a:ext cx="6336922" cy="201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Instructions </a:t>
            </a:r>
            <a:r>
              <a:rPr lang="en-US" sz="12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(Remove this slide while submitting)</a:t>
            </a:r>
            <a:endParaRPr lang="en-US" sz="1800" i="1" dirty="0"/>
          </a:p>
        </p:txBody>
      </p:sp>
      <p:sp>
        <p:nvSpPr>
          <p:cNvPr id="16" name="Text 9"/>
          <p:cNvSpPr txBox="1"/>
          <p:nvPr/>
        </p:nvSpPr>
        <p:spPr>
          <a:xfrm>
            <a:off x="1190549" y="5911596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 NAMING CONVENTION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1190549" y="6159398"/>
            <a:ext cx="35817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EFF8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Team Name_PSNo (E.g. i4C_PS01)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3674059" y="7216445"/>
            <a:ext cx="4848149" cy="342900"/>
          </a:xfrm>
          <a:prstGeom prst="roundRect">
            <a:avLst>
              <a:gd name="adj" fmla="val 26666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2"/>
          <p:cNvSpPr txBox="1"/>
          <p:nvPr/>
        </p:nvSpPr>
        <p:spPr>
          <a:xfrm>
            <a:off x="4102913" y="7292340"/>
            <a:ext cx="4291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REMOVE THIS SLIDE FOR INSTRUCTIONS IN FINAL SUBMISSION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961948" y="4286354"/>
            <a:ext cx="10267798" cy="1344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Prepare the solution document as per this template, feel free to modify layouts while keeping core content 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Kindly keep the maximum slides limit up to six (6-7). ( Including the title slide)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Try to avoid paragraphs and post your idea in points /diagrams / Infographics /pictures 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can only use provided template for making the PPT without changing the idea details pointers (mentioned in previous slides).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need to save the file in PDF and upload the same on portal. No PPT, Word Doc or any other format will be supported.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E0E0E0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E0E0E0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B4234F-3583-BFF9-C279-17614D0CF4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511607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43000"/>
            <a:ext cx="47549" cy="276149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182405" y="1170432"/>
            <a:ext cx="2438705" cy="362102"/>
          </a:xfrm>
          <a:prstGeom prst="roundRect">
            <a:avLst>
              <a:gd name="adj" fmla="val 265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571500" y="1712671"/>
            <a:ext cx="11048695" cy="2171700"/>
          </a:xfrm>
          <a:prstGeom prst="roundRect">
            <a:avLst>
              <a:gd name="adj" fmla="val 2216"/>
            </a:avLst>
          </a:prstGeom>
          <a:solidFill>
            <a:srgbClr val="273383">
              <a:alpha val="3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  <a:effectLst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80644" y="1721815"/>
            <a:ext cx="11045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684325" y="1721815"/>
            <a:ext cx="221010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3889858" y="1721815"/>
            <a:ext cx="44192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8301838" y="1721815"/>
            <a:ext cx="3314700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580644" y="2604211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684325" y="2604211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889858" y="2604211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301838" y="2604211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580644" y="2606954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80644" y="3055010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684325" y="3055010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889858" y="3055010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301838" y="3055010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80644" y="3510382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684325" y="3510382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889858" y="3510382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301838" y="3510382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580644" y="3517697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4151376"/>
            <a:ext cx="133502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80898" y="4120286"/>
            <a:ext cx="5574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team can have up to 4 members including the team leader. Add rows if necessary.</a:t>
            </a:r>
            <a:endParaRPr lang="en-US" sz="1000" b="1" dirty="0"/>
          </a:p>
        </p:txBody>
      </p:sp>
      <p:sp>
        <p:nvSpPr>
          <p:cNvPr id="30" name="Shape 24"/>
          <p:cNvSpPr/>
          <p:nvPr/>
        </p:nvSpPr>
        <p:spPr>
          <a:xfrm>
            <a:off x="571500" y="4543654"/>
            <a:ext cx="11048695" cy="2029054"/>
          </a:xfrm>
          <a:prstGeom prst="roundRect">
            <a:avLst>
              <a:gd name="adj" fmla="val 25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771754" y="5048402"/>
            <a:ext cx="10649102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771754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6191402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 txBox="1"/>
          <p:nvPr/>
        </p:nvSpPr>
        <p:spPr>
          <a:xfrm>
            <a:off x="761695" y="1086307"/>
            <a:ext cx="20537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Details</a:t>
            </a:r>
            <a:endParaRPr lang="en-US" sz="2100" dirty="0"/>
          </a:p>
        </p:txBody>
      </p:sp>
      <p:sp>
        <p:nvSpPr>
          <p:cNvPr id="35" name="Text 29"/>
          <p:cNvSpPr txBox="1"/>
          <p:nvPr/>
        </p:nvSpPr>
        <p:spPr>
          <a:xfrm>
            <a:off x="8076895" y="1237183"/>
            <a:ext cx="1105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Name: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771754" y="1836115"/>
            <a:ext cx="5989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SR. NO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874520" y="1836115"/>
            <a:ext cx="465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080053" y="1836115"/>
            <a:ext cx="5321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8492033" y="1836115"/>
            <a:ext cx="13130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771754" y="2270455"/>
            <a:ext cx="1563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1874520" y="2270455"/>
            <a:ext cx="10707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771754" y="2725826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1874520" y="2725826"/>
            <a:ext cx="8046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1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771754" y="3181198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1874520" y="3181198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2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771754" y="3636569"/>
            <a:ext cx="2039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/>
            </a:r>
          </a:p>
        </p:txBody>
      </p:sp>
      <p:sp>
        <p:nvSpPr>
          <p:cNvPr id="47" name="Text 41"/>
          <p:cNvSpPr txBox="1"/>
          <p:nvPr/>
        </p:nvSpPr>
        <p:spPr>
          <a:xfrm>
            <a:off x="1874520" y="3636569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/>
            </a:r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5"/>
          <a:srcRect l="-2994" r="-2994"/>
          <a:stretch/>
        </p:blipFill>
        <p:spPr>
          <a:xfrm>
            <a:off x="771754" y="4772254"/>
            <a:ext cx="161849" cy="15270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009498" y="4743907"/>
            <a:ext cx="1343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NAME</a:t>
            </a:r>
            <a:endParaRPr lang="en-US" sz="12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6"/>
          <a:srcRect l="-2994" r="-2994"/>
          <a:stretch/>
        </p:blipFill>
        <p:spPr>
          <a:xfrm>
            <a:off x="771754" y="5658307"/>
            <a:ext cx="161849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009498" y="5629046"/>
            <a:ext cx="2772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CONTACT NUMBER</a:t>
            </a:r>
            <a:endParaRPr lang="en-US" sz="1200" dirty="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7"/>
          <a:srcRect l="-2994" r="-2994"/>
          <a:stretch/>
        </p:blipFill>
        <p:spPr>
          <a:xfrm>
            <a:off x="6191402" y="5658307"/>
            <a:ext cx="161849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429146" y="562904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EMAIL ADDRESS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9344254" y="1256386"/>
            <a:ext cx="1719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 Guys</a:t>
            </a:r>
          </a:p>
        </p:txBody>
      </p:sp>
      <p:sp>
        <p:nvSpPr>
          <p:cNvPr id="55" name="Text 46"/>
          <p:cNvSpPr txBox="1"/>
          <p:nvPr/>
        </p:nvSpPr>
        <p:spPr>
          <a:xfrm>
            <a:off x="4080053" y="2270455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Aryan Chourasia</a:t>
            </a:r>
          </a:p>
        </p:txBody>
      </p:sp>
      <p:sp>
        <p:nvSpPr>
          <p:cNvPr id="56" name="Text 47"/>
          <p:cNvSpPr txBox="1"/>
          <p:nvPr/>
        </p:nvSpPr>
        <p:spPr>
          <a:xfrm>
            <a:off x="8492033" y="2270455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3rd Year</a:t>
            </a:r>
          </a:p>
        </p:txBody>
      </p:sp>
      <p:sp>
        <p:nvSpPr>
          <p:cNvPr id="57" name="Text 48"/>
          <p:cNvSpPr txBox="1"/>
          <p:nvPr/>
        </p:nvSpPr>
        <p:spPr>
          <a:xfrm>
            <a:off x="4080053" y="2725826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Govinda Podder</a:t>
            </a:r>
          </a:p>
        </p:txBody>
      </p:sp>
      <p:sp>
        <p:nvSpPr>
          <p:cNvPr id="58" name="Text 49"/>
          <p:cNvSpPr txBox="1"/>
          <p:nvPr/>
        </p:nvSpPr>
        <p:spPr>
          <a:xfrm>
            <a:off x="8492033" y="2725826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3rd Year</a:t>
            </a:r>
          </a:p>
        </p:txBody>
      </p:sp>
      <p:sp>
        <p:nvSpPr>
          <p:cNvPr id="59" name="Text 50"/>
          <p:cNvSpPr txBox="1"/>
          <p:nvPr/>
        </p:nvSpPr>
        <p:spPr>
          <a:xfrm>
            <a:off x="4080053" y="3181198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Ashish Bajaj</a:t>
            </a:r>
          </a:p>
        </p:txBody>
      </p:sp>
      <p:sp>
        <p:nvSpPr>
          <p:cNvPr id="60" name="Text 51"/>
          <p:cNvSpPr txBox="1"/>
          <p:nvPr/>
        </p:nvSpPr>
        <p:spPr>
          <a:xfrm>
            <a:off x="8492033" y="3181198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3rd Year</a:t>
            </a:r>
          </a:p>
        </p:txBody>
      </p:sp>
      <p:sp>
        <p:nvSpPr>
          <p:cNvPr id="61" name="Text 52"/>
          <p:cNvSpPr txBox="1"/>
          <p:nvPr/>
        </p:nvSpPr>
        <p:spPr>
          <a:xfrm>
            <a:off x="4080053" y="3636569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/>
            </a:r>
          </a:p>
        </p:txBody>
      </p:sp>
      <p:sp>
        <p:nvSpPr>
          <p:cNvPr id="62" name="Text 53"/>
          <p:cNvSpPr txBox="1"/>
          <p:nvPr/>
        </p:nvSpPr>
        <p:spPr>
          <a:xfrm>
            <a:off x="8492033" y="3636569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/>
            </a:r>
          </a:p>
        </p:txBody>
      </p:sp>
      <p:sp>
        <p:nvSpPr>
          <p:cNvPr id="63" name="Text 54"/>
          <p:cNvSpPr txBox="1"/>
          <p:nvPr/>
        </p:nvSpPr>
        <p:spPr>
          <a:xfrm>
            <a:off x="923544" y="515264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Thapar Institute of Engineering and Technology, Patiala</a:t>
            </a:r>
          </a:p>
        </p:txBody>
      </p:sp>
      <p:sp>
        <p:nvSpPr>
          <p:cNvPr id="64" name="Text 55"/>
          <p:cNvSpPr txBox="1"/>
          <p:nvPr/>
        </p:nvSpPr>
        <p:spPr>
          <a:xfrm>
            <a:off x="923544" y="6038698"/>
            <a:ext cx="1534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+91 90073 95333</a:t>
            </a:r>
          </a:p>
        </p:txBody>
      </p:sp>
      <p:sp>
        <p:nvSpPr>
          <p:cNvPr id="65" name="Text 56"/>
          <p:cNvSpPr txBox="1"/>
          <p:nvPr/>
        </p:nvSpPr>
        <p:spPr>
          <a:xfrm>
            <a:off x="6344107" y="6038698"/>
            <a:ext cx="1886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achourasia_be24@thapar.edu</a:t>
            </a:r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780937B3-EB04-4CBA-C636-AF115BC1E358}"/>
              </a:ext>
            </a:extLst>
          </p:cNvPr>
          <p:cNvSpPr/>
          <p:nvPr/>
        </p:nvSpPr>
        <p:spPr>
          <a:xfrm>
            <a:off x="562356" y="13807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7FE6B-8CE4-2744-DE3C-E456350E62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7" y="27370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55476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Addressed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61949" y="3768242"/>
            <a:ext cx="10267798" cy="1276502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3291840"/>
            <a:ext cx="1690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DESCRIPTION /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97864" y="3611880"/>
            <a:ext cx="9784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PS-02, Applied Materials - recover navigation drift for wafer inspection, from imagery alone.</a:t>
            </a:r>
          </a:p>
          <a:p>
            <a:pPr marL="0" indent="0" algn="l">
              <a:buNone/>
            </a:pPr>
            <a:r>
              <a:rPr lang="en-US" sz="14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Re-find a site: sharp reference (1 nm/px, 1 um) inside a wide scan (10 nm/px, 10 um); both 1000x1000.</a:t>
            </a:r>
          </a:p>
          <a:p>
            <a:pPr marL="0" indent="0" algn="l">
              <a:buNone/>
            </a:pPr>
            <a:r>
              <a:rPr lang="en-US" sz="14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Output: pixel centre (x, y); if several regions match, the one closest to the image centre.</a:t>
            </a:r>
          </a:p>
          <a:p>
            <a:pPr marL="0" indent="0" algn="l">
              <a:buNone/>
            </a:pPr>
            <a:r>
              <a:rPr lang="en-US" sz="14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reference is only 1% of the wide image - naive template matching cannot even run.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F13985-00B4-3FE2-69FB-BA5F88420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8B3789FB-4EC6-29BB-8AB4-B514BCE88A9C}"/>
              </a:ext>
            </a:extLst>
          </p:cNvPr>
          <p:cNvSpPr/>
          <p:nvPr/>
        </p:nvSpPr>
        <p:spPr>
          <a:xfrm>
            <a:off x="571500" y="26629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5626A-1768-0BB6-2B3B-C29607998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49" y="416814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4" y="1295705"/>
            <a:ext cx="1068293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 Description - 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Describe your Idea/Solution</a:t>
            </a:r>
            <a:r>
              <a:rPr lang="en-US" sz="2400" b="1" u="sng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Prototype</a:t>
            </a:r>
            <a:endParaRPr lang="en-US" sz="2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83941"/>
            <a:ext cx="981334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Provide a brief summary of your idea, including the key concept and approach. Provide a brief overview of your solution and how it addresses the problem statement.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961949" y="4060850"/>
            <a:ext cx="10267798" cy="895198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162202" y="4261104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CONCEPT &amp; APPROACH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62202" y="4528109"/>
            <a:ext cx="7677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{Briefly describe the core concept of your idea. What is the fundamental approach you are taking?}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61949" y="5108753"/>
            <a:ext cx="10267798" cy="895198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1162202" y="5309006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162202" y="5575097"/>
            <a:ext cx="8458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{Provide an overview of the solution. How does it effectively solve the problem identified in the previous slide?}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033FF08-6369-1C95-EB39-A51D568DF0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82B7216B-04F1-E2CC-935F-9AA2CE5B9E43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743FE56-9400-E309-F93C-96E3C8B4AF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375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1029614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 -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Describe your Idea/Solution</a:t>
            </a:r>
            <a:r>
              <a:rPr lang="en-US" sz="2400" b="1" u="sng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Prototype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1104595" y="2583180"/>
            <a:ext cx="286207" cy="2286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61949" y="4134002"/>
            <a:ext cx="10267798" cy="1276502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3246120"/>
            <a:ext cx="1367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97864" y="3566160"/>
            <a:ext cx="9784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Known 10x zoom gap: shrink the reference to a 100x100 stamp, then localise by correlation. Entry point infer.py: predict(reference_path, search_path) -&gt; (x, y).</a:t>
            </a:r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DriftFind (classical): FFT normalised cross-correlation + blur/rotation search + centre tie-break + sub-pixel. No GPU.</a:t>
            </a:r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DriftMatchNet (learned): Siamese encoder, learned NCC, adaptive shrinkage, centre-point heatmap + offset. Trained on a UNION of two generators for cross-domain robustness.</a:t>
            </a:r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DriftRoute (router): learned matcher with a classical fallback - the submission entry point.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7D8EB9-0510-8E20-AE50-3B9EC8704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50164B49-38DE-6195-0A8B-DC6EC6DA2457}"/>
              </a:ext>
            </a:extLst>
          </p:cNvPr>
          <p:cNvSpPr/>
          <p:nvPr/>
        </p:nvSpPr>
        <p:spPr>
          <a:xfrm>
            <a:off x="571500" y="142799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A68BD0-3127-AC0B-80B4-CA2643B37A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53" y="27666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49862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 and Uniqueness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61949" y="3845052"/>
            <a:ext cx="5020056" cy="1429207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3246120"/>
            <a:ext cx="1271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INNOVATION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97864" y="356616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nm layout sampled twice (1 &amp; 10 nm/px): exact analytic labels, not a resize.</a:t>
            </a:r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router fusing classical + learned matching, validated on the organizers' own reference generator.</a:t>
            </a:r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Union-of-generators training for cross-domain robustness; physics-cited augmentation.</a:t>
            </a:r>
          </a:p>
        </p:txBody>
      </p:sp>
      <p:sp>
        <p:nvSpPr>
          <p:cNvPr id="20" name="Shape 14"/>
          <p:cNvSpPr/>
          <p:nvPr/>
        </p:nvSpPr>
        <p:spPr>
          <a:xfrm>
            <a:off x="6210605" y="3845052"/>
            <a:ext cx="5020056" cy="1429207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6448349" y="3246120"/>
            <a:ext cx="1901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6448349" y="4349801"/>
            <a:ext cx="423915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94.5% within 5 px on the official reference generator vs 75.5% ZNCC baseline (+19 points).</a:t>
            </a:r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Robust across generators (trained on a union of two); 86% on the hardest heavy-noise set (+27 vs baseline 59%).</a:t>
            </a:r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Matches the evaluator's predict(reference, search) interface; classical fallback runs anywhere.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B85B4A-4413-5424-84AE-2AF429F27F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322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BB3A3471-21A6-8A80-8399-32E98C63F186}"/>
              </a:ext>
            </a:extLst>
          </p:cNvPr>
          <p:cNvSpPr/>
          <p:nvPr/>
        </p:nvSpPr>
        <p:spPr>
          <a:xfrm>
            <a:off x="571500" y="25806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ADA517E-8996-A444-E540-A2F9B8F98D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29" y="393700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7289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61949" y="4210812"/>
            <a:ext cx="5020056" cy="1200607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00607" y="4486961"/>
            <a:ext cx="152705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6698" y="3383280"/>
            <a:ext cx="13240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Impact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197864" y="370332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Sensor-less drift recovery: pure software on existing captures, no extra hardware.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Sustains wafer-inspection throughput and yield; validated on the official generator.</a:t>
            </a:r>
          </a:p>
        </p:txBody>
      </p:sp>
      <p:sp>
        <p:nvSpPr>
          <p:cNvPr id="21" name="Shape 14"/>
          <p:cNvSpPr/>
          <p:nvPr/>
        </p:nvSpPr>
        <p:spPr>
          <a:xfrm>
            <a:off x="6210605" y="4210812"/>
            <a:ext cx="5020056" cy="1200607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6448349" y="4486961"/>
            <a:ext cx="171907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734556" y="3383280"/>
            <a:ext cx="1924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Quantifiable Outcomes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6448349" y="4791456"/>
            <a:ext cx="39867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94.5% default / 86.0% noisy (within 5 px) on the official reference generator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+19 / +27 points over the official ZNCC baseline (75.5% / 59%)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~150-430 ms/pair; classical path GPU-free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Sub-pixel median error ~0.6 px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A87E08-9934-FBF2-2F29-11A8271B36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6922" y="227710"/>
            <a:ext cx="1607366" cy="783591"/>
          </a:xfrm>
          <a:prstGeom prst="rect">
            <a:avLst/>
          </a:prstGeom>
        </p:spPr>
      </p:pic>
      <p:sp>
        <p:nvSpPr>
          <p:cNvPr id="27" name="Shape 1">
            <a:extLst>
              <a:ext uri="{FF2B5EF4-FFF2-40B4-BE49-F238E27FC236}">
                <a16:creationId xmlns:a16="http://schemas.microsoft.com/office/drawing/2014/main" id="{850BA2BE-D607-619F-6960-A71277019D3B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5D3E59C-FE74-F0BE-9B10-98C8003398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859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238098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00607"/>
            <a:ext cx="78245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&amp; Feasibility/Methodology Used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79092"/>
            <a:ext cx="11048695" cy="4695444"/>
          </a:xfrm>
          <a:prstGeom prst="roundRect">
            <a:avLst>
              <a:gd name="adj" fmla="val 6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79092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79092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269541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440534"/>
            <a:ext cx="228600" cy="2286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762049" y="3238805"/>
            <a:ext cx="9467698" cy="1276502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2000707" y="2377440"/>
            <a:ext cx="2033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IMPLEMENTATION STRATEGY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2000707" y="3753612"/>
            <a:ext cx="874897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infer.py: predict(reference_path, search_path) -&gt; (x, y), prints x,y - runs under the evaluator's harness as-is.</a:t>
            </a:r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NumPy / SciPy (classical, CPU) + PyTorch (learned matcher, 4 GB GPU).</a:t>
            </a:r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Coarse-to-fine correlation; validated end-to-end on the official reference generator (~0.6 px).</a:t>
            </a:r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 generator, all 3 matchers, training and evaluation - built and verified.</a:t>
            </a:r>
          </a:p>
        </p:txBody>
      </p:sp>
      <p:sp>
        <p:nvSpPr>
          <p:cNvPr id="20" name="Shape 14"/>
          <p:cNvSpPr/>
          <p:nvPr/>
        </p:nvSpPr>
        <p:spPr>
          <a:xfrm>
            <a:off x="961949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2481682" y="5451653"/>
            <a:ext cx="256946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861718" y="5823814"/>
            <a:ext cx="1608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 Architecture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448556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82005" y="5451653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287061" y="5823814"/>
            <a:ext cx="1722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 Components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7934249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467698" y="5451653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919058" y="5823814"/>
            <a:ext cx="14365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Development Tools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A9CA506-8684-B4DC-6650-2E5F61A7B0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4743" y="228600"/>
            <a:ext cx="1607366" cy="783591"/>
          </a:xfrm>
          <a:prstGeom prst="rect">
            <a:avLst/>
          </a:prstGeom>
        </p:spPr>
      </p:pic>
      <p:sp>
        <p:nvSpPr>
          <p:cNvPr id="31" name="Shape 1">
            <a:extLst>
              <a:ext uri="{FF2B5EF4-FFF2-40B4-BE49-F238E27FC236}">
                <a16:creationId xmlns:a16="http://schemas.microsoft.com/office/drawing/2014/main" id="{10B6379C-1BCE-6784-4600-934501FC5F97}"/>
              </a:ext>
            </a:extLst>
          </p:cNvPr>
          <p:cNvSpPr/>
          <p:nvPr/>
        </p:nvSpPr>
        <p:spPr>
          <a:xfrm>
            <a:off x="571500" y="240793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D18A824-BCDE-0A33-4245-E3C168F9E6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7820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6045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&amp; Video Link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1190549" y="2696566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429207" y="3087014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237" r="-237"/>
          <a:stretch/>
        </p:blipFill>
        <p:spPr>
          <a:xfrm>
            <a:off x="1595628" y="3248863"/>
            <a:ext cx="333756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400300" y="2934310"/>
            <a:ext cx="2000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2400300" y="3315614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2562149" y="3535070"/>
            <a:ext cx="19019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866644" y="3487522"/>
            <a:ext cx="389168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{Paste your GitHub / Source Code Link here}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1190549" y="4449470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5"/>
          <p:cNvSpPr/>
          <p:nvPr/>
        </p:nvSpPr>
        <p:spPr>
          <a:xfrm>
            <a:off x="1429207" y="4839919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607" r="-607"/>
          <a:stretch/>
        </p:blipFill>
        <p:spPr>
          <a:xfrm>
            <a:off x="1567282" y="5001768"/>
            <a:ext cx="390449" cy="3429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2400300" y="4687214"/>
            <a:ext cx="3086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Prototype / Simulation Video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2400300" y="5068519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2562149" y="5287061"/>
            <a:ext cx="171907" cy="15270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2848356" y="5239512"/>
            <a:ext cx="60533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{Paste your Video Link here showing simulation or working prototype}</a:t>
            </a:r>
            <a:endParaRPr lang="en-US" sz="13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AC5205F-3589-4B54-7039-C1C7052347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0" name="Shape 1">
            <a:extLst>
              <a:ext uri="{FF2B5EF4-FFF2-40B4-BE49-F238E27FC236}">
                <a16:creationId xmlns:a16="http://schemas.microsoft.com/office/drawing/2014/main" id="{89A93441-4E5C-0FCA-6BDD-16AB2E1B711C}"/>
              </a:ext>
            </a:extLst>
          </p:cNvPr>
          <p:cNvSpPr/>
          <p:nvPr/>
        </p:nvSpPr>
        <p:spPr>
          <a:xfrm>
            <a:off x="571500" y="16794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3E0C32B-9271-FA34-86BB-7D95EB5AB3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297181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90549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152144"/>
            <a:ext cx="46241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and References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30629"/>
            <a:ext cx="11048695" cy="4743907"/>
          </a:xfrm>
          <a:prstGeom prst="roundRect">
            <a:avLst>
              <a:gd name="adj" fmla="val 6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30629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30629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173529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6307" y="2297887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28546" y="2173529"/>
            <a:ext cx="3810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Background &amp; Methodology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1628546" y="2783434"/>
            <a:ext cx="9601200" cy="1067105"/>
          </a:xfrm>
          <a:prstGeom prst="roundRect">
            <a:avLst>
              <a:gd name="adj" fmla="val 6121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 txBox="1"/>
          <p:nvPr/>
        </p:nvSpPr>
        <p:spPr>
          <a:xfrm>
            <a:off x="1627632" y="2487168"/>
            <a:ext cx="9601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Augmentation follows the NIST ARTIMAGEN SEM image-formation paradigm; edge/noise parameters measured on real IC-SEM imagery and cross-checked with published values.</a:t>
            </a:r>
          </a:p>
          <a:p>
            <a:pPr marL="0" indent="0" algn="l">
              <a:buNone/>
            </a:pPr>
            <a:r>
              <a:rPr lang="en-US" sz="11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Matching builds on FFT normalised cross-correlation and Siamese / centre-point localisation. Full 24-source ledger in the repository.</a:t>
            </a:r>
          </a:p>
        </p:txBody>
      </p:sp>
      <p:sp>
        <p:nvSpPr>
          <p:cNvPr id="20" name="Shape 14"/>
          <p:cNvSpPr/>
          <p:nvPr/>
        </p:nvSpPr>
        <p:spPr>
          <a:xfrm>
            <a:off x="961949" y="4155034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1057046" y="4279392"/>
            <a:ext cx="286207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28546" y="4155034"/>
            <a:ext cx="23436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 &amp; Citations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1628546" y="4764938"/>
            <a:ext cx="9601200" cy="1410005"/>
          </a:xfrm>
          <a:prstGeom prst="roundRect">
            <a:avLst>
              <a:gd name="adj" fmla="val 3505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1790395" y="5232197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 txBox="1"/>
          <p:nvPr/>
        </p:nvSpPr>
        <p:spPr>
          <a:xfrm>
            <a:off x="1627632" y="45720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Lewis, J. P. - Fast Normalized Cross-Correlation. Vision Interface, 1995.</a:t>
            </a:r>
          </a:p>
        </p:txBody>
      </p:sp>
      <p:sp>
        <p:nvSpPr>
          <p:cNvPr id="27" name="Shape 20"/>
          <p:cNvSpPr/>
          <p:nvPr/>
        </p:nvSpPr>
        <p:spPr>
          <a:xfrm>
            <a:off x="1790395" y="5661050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1"/>
          <p:cNvSpPr txBox="1"/>
          <p:nvPr/>
        </p:nvSpPr>
        <p:spPr>
          <a:xfrm>
            <a:off x="1627632" y="50749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Cutler et al. - Line-edge roughness metrology. J. Micro/Nanopattern. Mater. Metrol. 20(1) 010901, 2021.</a:t>
            </a:r>
          </a:p>
        </p:txBody>
      </p:sp>
      <p:sp>
        <p:nvSpPr>
          <p:cNvPr id="29" name="Text 22"/>
          <p:cNvSpPr txBox="1"/>
          <p:nvPr/>
        </p:nvSpPr>
        <p:spPr>
          <a:xfrm>
            <a:off x="1627632" y="5577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Center-Point Multimodal Template Matching w/ Adaptive Shrinkage Cross-Correlation. Remote Sensing 16(15):2831, 2024.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35E3709-F1C8-6E84-EA51-720EFCF71B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2" name="Shape 1">
            <a:extLst>
              <a:ext uri="{FF2B5EF4-FFF2-40B4-BE49-F238E27FC236}">
                <a16:creationId xmlns:a16="http://schemas.microsoft.com/office/drawing/2014/main" id="{3E27E131-AC1D-E75C-0267-02565ACC1BC3}"/>
              </a:ext>
            </a:extLst>
          </p:cNvPr>
          <p:cNvSpPr/>
          <p:nvPr/>
        </p:nvSpPr>
        <p:spPr>
          <a:xfrm>
            <a:off x="571500" y="25971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876DBE-D402-1B41-B952-69F6F5BF98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9001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735</Words>
  <Application>Microsoft Office PowerPoint</Application>
  <PresentationFormat>Widescreen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Poppins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Inter Institutional Inclusive  Innovations Center</cp:lastModifiedBy>
  <cp:revision>2</cp:revision>
  <dcterms:created xsi:type="dcterms:W3CDTF">2026-01-15T05:38:47Z</dcterms:created>
  <dcterms:modified xsi:type="dcterms:W3CDTF">2026-07-24T04:52:04Z</dcterms:modified>
</cp:coreProperties>
</file>